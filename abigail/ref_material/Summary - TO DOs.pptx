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70" r:id="rId4"/>
    <p:sldId id="260" r:id="rId5"/>
    <p:sldId id="263" r:id="rId6"/>
    <p:sldId id="264" r:id="rId7"/>
    <p:sldId id="26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ardsabigail@gmail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cardsabigail@gmail.co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imilarweb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 smtClean="0"/>
              <a:t>Gypsy Cards</a:t>
            </a:r>
            <a:endParaRPr lang="de-A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sz="2000" dirty="0" smtClean="0"/>
              <a:t>Website (100%)</a:t>
            </a:r>
          </a:p>
          <a:p>
            <a:r>
              <a:rPr lang="de-AT" sz="2000" dirty="0" smtClean="0"/>
              <a:t>Facebook (90%)</a:t>
            </a:r>
          </a:p>
          <a:p>
            <a:pPr lvl="1"/>
            <a:r>
              <a:rPr lang="de-AT" sz="1600" dirty="0" smtClean="0"/>
              <a:t>Change name</a:t>
            </a:r>
          </a:p>
          <a:p>
            <a:pPr lvl="1"/>
            <a:endParaRPr lang="de-AT" sz="1600" dirty="0" smtClean="0"/>
          </a:p>
          <a:p>
            <a:r>
              <a:rPr lang="de-AT" sz="2000" dirty="0" smtClean="0"/>
              <a:t>Fiverr (80%, not active)</a:t>
            </a:r>
          </a:p>
          <a:p>
            <a:pPr lvl="1"/>
            <a:r>
              <a:rPr lang="de-AT" sz="1600" dirty="0" smtClean="0"/>
              <a:t>Make video</a:t>
            </a:r>
            <a:endParaRPr lang="de-AT" sz="2000" dirty="0" smtClean="0"/>
          </a:p>
          <a:p>
            <a:r>
              <a:rPr lang="de-AT" sz="2000" dirty="0" smtClean="0"/>
              <a:t>Landing Page (0%)	</a:t>
            </a:r>
          </a:p>
          <a:p>
            <a:endParaRPr lang="de-AT" sz="2000" dirty="0" smtClean="0"/>
          </a:p>
          <a:p>
            <a:r>
              <a:rPr lang="de-AT" sz="2000" dirty="0" smtClean="0"/>
              <a:t>E-Mail: </a:t>
            </a:r>
            <a:r>
              <a:rPr lang="de-AT" sz="2000" dirty="0" smtClean="0">
                <a:hlinkClick r:id="rId2"/>
              </a:rPr>
              <a:t>cardsabigail@gmail.com</a:t>
            </a:r>
            <a:endParaRPr lang="de-AT" sz="2000" dirty="0" smtClean="0"/>
          </a:p>
          <a:p>
            <a:endParaRPr lang="de-AT" sz="2000" dirty="0" smtClean="0"/>
          </a:p>
          <a:p>
            <a:r>
              <a:rPr lang="de-AT" sz="2000" dirty="0" smtClean="0"/>
              <a:t>eBook: ???</a:t>
            </a:r>
          </a:p>
          <a:p>
            <a:endParaRPr lang="de-AT" sz="20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de-AT" b="1" dirty="0" smtClean="0"/>
              <a:t>TO Dos - Website</a:t>
            </a:r>
            <a:endParaRPr lang="de-A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06963"/>
          </a:xfrm>
        </p:spPr>
        <p:txBody>
          <a:bodyPr>
            <a:normAutofit/>
          </a:bodyPr>
          <a:lstStyle/>
          <a:p>
            <a:r>
              <a:rPr lang="de-AT" sz="1800" dirty="0" smtClean="0">
                <a:solidFill>
                  <a:srgbClr val="00B050"/>
                </a:solidFill>
              </a:rPr>
              <a:t>carta-do-dia.html </a:t>
            </a:r>
            <a:r>
              <a:rPr lang="de-AT" sz="1800" dirty="0" smtClean="0">
                <a:solidFill>
                  <a:srgbClr val="00B050"/>
                </a:solidFill>
                <a:sym typeface="Wingdings" pitchFamily="2" charset="2"/>
              </a:rPr>
              <a:t> decrease „Deck“ image resolution </a:t>
            </a:r>
          </a:p>
          <a:p>
            <a:r>
              <a:rPr lang="de-AT" sz="1800" dirty="0" smtClean="0">
                <a:solidFill>
                  <a:srgbClr val="00B050"/>
                </a:solidFill>
              </a:rPr>
              <a:t>carta-do-dia.html </a:t>
            </a:r>
            <a:r>
              <a:rPr lang="de-AT" sz="1800" dirty="0" smtClean="0">
                <a:solidFill>
                  <a:srgbClr val="00B050"/>
                </a:solidFill>
                <a:sym typeface="Wingdings" pitchFamily="2" charset="2"/>
              </a:rPr>
              <a:t> change layout (?)</a:t>
            </a:r>
          </a:p>
          <a:p>
            <a:r>
              <a:rPr lang="de-AT" sz="1800" dirty="0" smtClean="0">
                <a:solidFill>
                  <a:srgbClr val="00B050"/>
                </a:solidFill>
              </a:rPr>
              <a:t>contato.html  </a:t>
            </a:r>
            <a:r>
              <a:rPr lang="de-AT" sz="1800" dirty="0" smtClean="0">
                <a:solidFill>
                  <a:srgbClr val="00B050"/>
                </a:solidFill>
                <a:sym typeface="Wingdings" pitchFamily="2" charset="2"/>
              </a:rPr>
              <a:t> </a:t>
            </a:r>
            <a:r>
              <a:rPr lang="de-AT" sz="1800" dirty="0" smtClean="0">
                <a:solidFill>
                  <a:srgbClr val="00B050"/>
                </a:solidFill>
              </a:rPr>
              <a:t>Add Link to Instagram Badge</a:t>
            </a:r>
          </a:p>
          <a:p>
            <a:r>
              <a:rPr lang="de-AT" sz="1800" dirty="0" smtClean="0">
                <a:solidFill>
                  <a:srgbClr val="00B050"/>
                </a:solidFill>
                <a:sym typeface="Wingdings" pitchFamily="2" charset="2"/>
              </a:rPr>
              <a:t>Review </a:t>
            </a:r>
            <a:r>
              <a:rPr lang="de-AT" sz="1800" dirty="0" smtClean="0">
                <a:solidFill>
                  <a:srgbClr val="00B050"/>
                </a:solidFill>
                <a:sym typeface="Wingdings" pitchFamily="2" charset="2"/>
              </a:rPr>
              <a:t>all Text of the Website</a:t>
            </a:r>
          </a:p>
          <a:p>
            <a:r>
              <a:rPr lang="de-AT" sz="1800" dirty="0" smtClean="0">
                <a:sym typeface="Wingdings" pitchFamily="2" charset="2"/>
              </a:rPr>
              <a:t>Adapt the </a:t>
            </a:r>
            <a:r>
              <a:rPr lang="de-AT" sz="1800" b="1" dirty="0" smtClean="0">
                <a:sym typeface="Wingdings" pitchFamily="2" charset="2"/>
              </a:rPr>
              <a:t>languages</a:t>
            </a:r>
            <a:r>
              <a:rPr lang="de-AT" sz="1800" dirty="0" smtClean="0">
                <a:sym typeface="Wingdings" pitchFamily="2" charset="2"/>
              </a:rPr>
              <a:t> of Footer (Facebook &amp; Instagram)</a:t>
            </a:r>
          </a:p>
          <a:p>
            <a:r>
              <a:rPr lang="de-AT" sz="1800" b="1" dirty="0" smtClean="0">
                <a:sym typeface="Wingdings" pitchFamily="2" charset="2"/>
              </a:rPr>
              <a:t>example3.jpg</a:t>
            </a:r>
            <a:r>
              <a:rPr lang="de-AT" sz="1800" dirty="0" smtClean="0">
                <a:sym typeface="Wingdings" pitchFamily="2" charset="2"/>
              </a:rPr>
              <a:t>  change according to the language!</a:t>
            </a:r>
          </a:p>
          <a:p>
            <a:r>
              <a:rPr lang="de-AT" sz="1800" dirty="0" smtClean="0">
                <a:sym typeface="Wingdings" pitchFamily="2" charset="2"/>
              </a:rPr>
              <a:t>Make </a:t>
            </a:r>
            <a:r>
              <a:rPr lang="de-AT" sz="1800" b="1" dirty="0" smtClean="0">
                <a:sym typeface="Wingdings" pitchFamily="2" charset="2"/>
              </a:rPr>
              <a:t>footer.html</a:t>
            </a:r>
            <a:r>
              <a:rPr lang="de-AT" sz="1800" dirty="0" smtClean="0">
                <a:sym typeface="Wingdings" pitchFamily="2" charset="2"/>
              </a:rPr>
              <a:t> &amp; </a:t>
            </a:r>
            <a:r>
              <a:rPr lang="de-AT" sz="1800" b="1" dirty="0" smtClean="0">
                <a:sym typeface="Wingdings" pitchFamily="2" charset="2"/>
              </a:rPr>
              <a:t>navigation.html</a:t>
            </a:r>
            <a:r>
              <a:rPr lang="de-AT" sz="1800" dirty="0" smtClean="0">
                <a:sym typeface="Wingdings" pitchFamily="2" charset="2"/>
              </a:rPr>
              <a:t> and change all 8 files to </a:t>
            </a:r>
            <a:r>
              <a:rPr lang="de-AT" sz="1800" b="1" dirty="0" smtClean="0">
                <a:sym typeface="Wingdings" pitchFamily="2" charset="2"/>
              </a:rPr>
              <a:t>.php (http://</a:t>
            </a:r>
            <a:r>
              <a:rPr lang="de-AT" sz="1800" b="1" dirty="0" smtClean="0">
                <a:sym typeface="Wingdings" pitchFamily="2" charset="2"/>
              </a:rPr>
              <a:t>www.apaddedcell.com/how-automatically-include-your-header-navigation-and-footer-every-page)</a:t>
            </a:r>
            <a:endParaRPr lang="de-AT" sz="1800" b="1" dirty="0" smtClean="0"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 smtClean="0"/>
              <a:t>TO Dos – Next Steps</a:t>
            </a:r>
            <a:endParaRPr lang="de-A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de-AT" sz="1800" dirty="0" smtClean="0"/>
              <a:t>Landing Page*</a:t>
            </a:r>
          </a:p>
          <a:p>
            <a:pPr lvl="1"/>
            <a:r>
              <a:rPr lang="de-AT" sz="1400" u="sng" dirty="0" smtClean="0"/>
              <a:t>Landing Page1</a:t>
            </a:r>
            <a:r>
              <a:rPr lang="de-AT" sz="1400" dirty="0" smtClean="0"/>
              <a:t>: Card of the Day X Email</a:t>
            </a:r>
          </a:p>
          <a:p>
            <a:pPr lvl="1"/>
            <a:r>
              <a:rPr lang="de-AT" sz="1400" b="1" u="sng" dirty="0" smtClean="0">
                <a:solidFill>
                  <a:srgbClr val="0070C0"/>
                </a:solidFill>
              </a:rPr>
              <a:t>Landing Page2</a:t>
            </a:r>
            <a:r>
              <a:rPr lang="de-AT" sz="1400" b="1" dirty="0" smtClean="0">
                <a:solidFill>
                  <a:srgbClr val="0070C0"/>
                </a:solidFill>
              </a:rPr>
              <a:t>: Get a free spread X Email </a:t>
            </a:r>
            <a:r>
              <a:rPr lang="de-AT" sz="1400" dirty="0" smtClean="0">
                <a:solidFill>
                  <a:srgbClr val="0070C0"/>
                </a:solidFill>
                <a:sym typeface="Wingdings" pitchFamily="2" charset="2"/>
              </a:rPr>
              <a:t> </a:t>
            </a:r>
          </a:p>
          <a:p>
            <a:pPr lvl="1"/>
            <a:r>
              <a:rPr lang="de-AT" sz="1400" dirty="0" smtClean="0">
                <a:solidFill>
                  <a:srgbClr val="0070C0"/>
                </a:solidFill>
                <a:sym typeface="Wingdings" pitchFamily="2" charset="2"/>
              </a:rPr>
              <a:t>For more information  </a:t>
            </a:r>
            <a:r>
              <a:rPr lang="de-AT" sz="1400" u="sng" dirty="0" smtClean="0">
                <a:solidFill>
                  <a:srgbClr val="0070C0"/>
                </a:solidFill>
              </a:rPr>
              <a:t>Landing Page3</a:t>
            </a:r>
            <a:r>
              <a:rPr lang="de-AT" sz="1400" dirty="0" smtClean="0">
                <a:solidFill>
                  <a:srgbClr val="0070C0"/>
                </a:solidFill>
              </a:rPr>
              <a:t> (Complete Spread)</a:t>
            </a:r>
          </a:p>
          <a:p>
            <a:pPr lvl="1"/>
            <a:r>
              <a:rPr lang="de-AT" sz="1400" dirty="0" smtClean="0">
                <a:solidFill>
                  <a:srgbClr val="0070C0"/>
                </a:solidFill>
              </a:rPr>
              <a:t>LandingPage4 </a:t>
            </a:r>
            <a:r>
              <a:rPr lang="de-AT" sz="1400" dirty="0" smtClean="0">
                <a:solidFill>
                  <a:srgbClr val="0070C0"/>
                </a:solidFill>
                <a:sym typeface="Wingdings" pitchFamily="2" charset="2"/>
              </a:rPr>
              <a:t> Enter your Email and get 30% discount on your first spread!</a:t>
            </a:r>
            <a:endParaRPr lang="de-AT" sz="1400" dirty="0" smtClean="0">
              <a:solidFill>
                <a:srgbClr val="0070C0"/>
              </a:solidFill>
            </a:endParaRPr>
          </a:p>
          <a:p>
            <a:r>
              <a:rPr lang="de-AT" sz="1800" dirty="0" smtClean="0">
                <a:sym typeface="Wingdings" pitchFamily="2" charset="2"/>
              </a:rPr>
              <a:t>Continue Website Translation (DE, EN)</a:t>
            </a:r>
          </a:p>
          <a:p>
            <a:r>
              <a:rPr lang="de-AT" sz="1800" dirty="0" smtClean="0">
                <a:sym typeface="Wingdings" pitchFamily="2" charset="2"/>
              </a:rPr>
              <a:t>New Logo (Abigail Cards - Witch with Black Cat)</a:t>
            </a:r>
          </a:p>
          <a:p>
            <a:r>
              <a:rPr lang="de-AT" sz="1800" dirty="0" smtClean="0">
                <a:sym typeface="Wingdings" pitchFamily="2" charset="2"/>
              </a:rPr>
              <a:t>Database for </a:t>
            </a:r>
            <a:r>
              <a:rPr lang="de-AT" sz="1800" b="1" dirty="0" smtClean="0">
                <a:sym typeface="Wingdings" pitchFamily="2" charset="2"/>
              </a:rPr>
              <a:t>Card Description</a:t>
            </a:r>
            <a:r>
              <a:rPr lang="de-AT" sz="1800" dirty="0" smtClean="0">
                <a:sym typeface="Wingdings" pitchFamily="2" charset="2"/>
              </a:rPr>
              <a:t> &amp; </a:t>
            </a:r>
            <a:r>
              <a:rPr lang="de-AT" sz="1800" b="1" dirty="0" smtClean="0">
                <a:sym typeface="Wingdings" pitchFamily="2" charset="2"/>
              </a:rPr>
              <a:t>Card of the Day</a:t>
            </a:r>
          </a:p>
          <a:p>
            <a:endParaRPr lang="de-AT" sz="1800" b="1" dirty="0" smtClean="0">
              <a:sym typeface="Wingdings" pitchFamily="2" charset="2"/>
            </a:endParaRPr>
          </a:p>
          <a:p>
            <a:endParaRPr lang="de-AT" sz="1800" b="1" dirty="0" smtClean="0">
              <a:sym typeface="Wingdings" pitchFamily="2" charset="2"/>
            </a:endParaRPr>
          </a:p>
          <a:p>
            <a:endParaRPr lang="de-AT" sz="1800" b="1" dirty="0" smtClean="0">
              <a:sym typeface="Wingdings" pitchFamily="2" charset="2"/>
            </a:endParaRPr>
          </a:p>
          <a:p>
            <a:r>
              <a:rPr lang="de-AT" sz="1800" b="1" dirty="0" smtClean="0">
                <a:sym typeface="Wingdings" pitchFamily="2" charset="2"/>
              </a:rPr>
              <a:t>* https://colorlib.com/wp/free-bootstrap-landing-pages-templates/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b="1" dirty="0" smtClean="0"/>
              <a:t>Analyze Competition and Market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smtClean="0"/>
              <a:t>Facebook Ads Audience (</a:t>
            </a:r>
            <a:r>
              <a:rPr lang="de-AT" dirty="0" smtClean="0">
                <a:solidFill>
                  <a:srgbClr val="FF0000"/>
                </a:solidFill>
              </a:rPr>
              <a:t>Page already created</a:t>
            </a:r>
            <a:r>
              <a:rPr lang="de-AT" dirty="0" smtClean="0"/>
              <a:t>)</a:t>
            </a:r>
          </a:p>
          <a:p>
            <a:endParaRPr lang="de-AT" dirty="0" smtClean="0"/>
          </a:p>
          <a:p>
            <a:r>
              <a:rPr lang="de-AT" dirty="0" smtClean="0"/>
              <a:t>Adwords Keyword Planner (Half of the process done – e-mail used: </a:t>
            </a:r>
            <a:r>
              <a:rPr lang="de-AT" dirty="0" smtClean="0">
                <a:hlinkClick r:id="rId2"/>
              </a:rPr>
              <a:t>cardsabigail@gmail.com</a:t>
            </a:r>
            <a:r>
              <a:rPr lang="de-AT" dirty="0" smtClean="0"/>
              <a:t>)</a:t>
            </a:r>
          </a:p>
          <a:p>
            <a:endParaRPr lang="de-AT" dirty="0" smtClean="0"/>
          </a:p>
          <a:p>
            <a:r>
              <a:rPr lang="de-AT" dirty="0" smtClean="0"/>
              <a:t>Linkedin Ads Audience (B2B)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b="1" dirty="0" smtClean="0"/>
              <a:t>Uncovering Your Competitors</a:t>
            </a:r>
            <a:endParaRPr lang="de-A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9037"/>
            <a:ext cx="8229600" cy="411163"/>
          </a:xfrm>
        </p:spPr>
        <p:txBody>
          <a:bodyPr/>
          <a:lstStyle/>
          <a:p>
            <a:r>
              <a:rPr lang="de-AT" sz="2000" dirty="0" smtClean="0"/>
              <a:t>Results from </a:t>
            </a:r>
            <a:r>
              <a:rPr lang="de-AT" sz="2000" dirty="0" smtClean="0">
                <a:hlinkClick r:id="rId2"/>
              </a:rPr>
              <a:t>https://www.similarweb.com/</a:t>
            </a:r>
            <a:endParaRPr lang="de-AT" sz="2000" dirty="0" smtClean="0"/>
          </a:p>
          <a:p>
            <a:pPr lvl="1"/>
            <a:endParaRPr lang="de-AT" dirty="0" smtClean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593850"/>
            <a:ext cx="5867400" cy="175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3200400"/>
            <a:ext cx="5943600" cy="1879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4928016"/>
            <a:ext cx="6400800" cy="1853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b="1" dirty="0" smtClean="0"/>
              <a:t>Uncovering Your Competitors</a:t>
            </a:r>
            <a:endParaRPr lang="de-A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9037"/>
            <a:ext cx="8229600" cy="411163"/>
          </a:xfrm>
        </p:spPr>
        <p:txBody>
          <a:bodyPr/>
          <a:lstStyle/>
          <a:p>
            <a:r>
              <a:rPr lang="de-AT" sz="2000" dirty="0" smtClean="0"/>
              <a:t>FACEBOOK</a:t>
            </a:r>
          </a:p>
          <a:p>
            <a:pPr lvl="1"/>
            <a:endParaRPr lang="de-AT" dirty="0" smtClean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524000"/>
            <a:ext cx="6359185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 smtClean="0"/>
              <a:t>Payment Options</a:t>
            </a:r>
            <a:endParaRPr lang="de-AT" b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219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de-AT" sz="2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Stampartz</a:t>
            </a:r>
            <a:r>
              <a:rPr kumimoji="0" lang="de-AT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(Tácito/Andrea)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de-AT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de-AT" sz="20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de-AT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de-AT" sz="2000" dirty="0" smtClean="0"/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pt-BR" sz="2000" b="1" u="sng" dirty="0" smtClean="0"/>
              <a:t>Tarot Online</a:t>
            </a:r>
            <a:r>
              <a:rPr lang="pt-BR" sz="2000" b="1" dirty="0" smtClean="0"/>
              <a:t>: </a:t>
            </a:r>
            <a:r>
              <a:rPr lang="pt-BR" sz="2000" dirty="0" smtClean="0"/>
              <a:t>Escolha a forma de pagamento: </a:t>
            </a:r>
            <a:r>
              <a:rPr lang="pt-BR" sz="2000" b="1" dirty="0" smtClean="0"/>
              <a:t>PagSeguro</a:t>
            </a:r>
            <a:r>
              <a:rPr lang="pt-BR" sz="2000" dirty="0" smtClean="0"/>
              <a:t>, </a:t>
            </a:r>
            <a:r>
              <a:rPr lang="pt-BR" sz="2000" b="1" dirty="0" smtClean="0"/>
              <a:t>Paypal</a:t>
            </a:r>
            <a:r>
              <a:rPr lang="pt-BR" sz="2000" dirty="0" smtClean="0"/>
              <a:t>, </a:t>
            </a:r>
            <a:r>
              <a:rPr lang="pt-BR" sz="2000" b="1" dirty="0" smtClean="0"/>
              <a:t>Cartão de Credito Deposito Bancário </a:t>
            </a:r>
            <a:r>
              <a:rPr lang="pt-BR" sz="2000" dirty="0" smtClean="0"/>
              <a:t>ou Transferência bancaria: Trabalhamos com os bancos: Bradesco, Brasil, Caixa Econômica Federal, Santander, Real</a:t>
            </a:r>
            <a:r>
              <a:rPr lang="pt-BR" sz="2000" i="1" dirty="0" smtClean="0"/>
              <a:t>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pt-BR" sz="20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de-AT" sz="2000" b="1" u="sng" dirty="0" smtClean="0"/>
              <a:t>Abigail Cards 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de-AT" sz="2000" dirty="0" smtClean="0"/>
              <a:t>Depósito bancário BB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de-AT" sz="2000" dirty="0" smtClean="0">
                <a:solidFill>
                  <a:srgbClr val="FF0000"/>
                </a:solidFill>
              </a:rPr>
              <a:t>Pagseguro – finish login!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de-AT" sz="2000" dirty="0" smtClean="0"/>
              <a:t>Paypal ?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de-AT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00200"/>
            <a:ext cx="996462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Office PowerPoint</Application>
  <PresentationFormat>On-screen Show (4:3)</PresentationFormat>
  <Paragraphs>55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Gypsy Cards</vt:lpstr>
      <vt:lpstr>TO Dos - Website</vt:lpstr>
      <vt:lpstr>TO Dos – Next Steps</vt:lpstr>
      <vt:lpstr>Analyze Competition and Market Size</vt:lpstr>
      <vt:lpstr>Uncovering Your Competitors</vt:lpstr>
      <vt:lpstr>Uncovering Your Competitors</vt:lpstr>
      <vt:lpstr>Payment Options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Launch Ideas</dc:title>
  <dc:creator>Daniel Burnier de Castro</dc:creator>
  <cp:lastModifiedBy>Daniel Burnier de Castro</cp:lastModifiedBy>
  <cp:revision>96</cp:revision>
  <dcterms:created xsi:type="dcterms:W3CDTF">2006-08-16T00:00:00Z</dcterms:created>
  <dcterms:modified xsi:type="dcterms:W3CDTF">2016-11-23T19:10:50Z</dcterms:modified>
</cp:coreProperties>
</file>